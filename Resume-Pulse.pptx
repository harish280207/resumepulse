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Georgia Bold" panose="02040802050405020203" pitchFamily="18" charset="0"/>
      <p:bold r:id="rId11"/>
    </p:embeddedFont>
    <p:embeddedFont>
      <p:font typeface="Inter" panose="020B0604020202020204" charset="0"/>
      <p:regular r:id="rId12"/>
    </p:embeddedFont>
    <p:embeddedFont>
      <p:font typeface="Inter Medium" panose="020B0604020202020204" charset="0"/>
      <p:regular r:id="rId13"/>
    </p:embeddedFont>
    <p:embeddedFont>
      <p:font typeface="Inter Semi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451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every tool starts from the same extracted resume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 Checker is the first of the four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four tools and the next action the user 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3E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3E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 w="12700">
            <a:solidFill>
              <a:srgbClr val="E8D9C4"/>
            </a:solidFill>
            <a:prstDash val="solid"/>
          </a:ln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3E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87270"/>
          </a:xfrm>
          <a:prstGeom prst="rect">
            <a:avLst/>
          </a:prstGeom>
          <a:solidFill>
            <a:srgbClr val="FBF6EC"/>
          </a:solidFill>
          <a:ln w="12700">
            <a:solidFill>
              <a:srgbClr val="E8D9C4"/>
            </a:solidFill>
            <a:prstDash val="solid"/>
          </a:ln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3E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 w="12700">
            <a:solidFill>
              <a:srgbClr val="E8D9C4"/>
            </a:solidFill>
            <a:prstDash val="solid"/>
          </a:ln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3E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 w="25399">
            <a:solidFill>
              <a:srgbClr val="E2D3B5"/>
            </a:solidFill>
            <a:prstDash val="solid"/>
          </a:ln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F3E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D270C9-6B01-4252-1D69-2AF98F1FB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76"/>
            <a:ext cx="12192000" cy="6808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879" y="857565"/>
            <a:ext cx="5766449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19" dirty="0">
                <a:solidFill>
                  <a:srgbClr val="A8442A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HOW IT WORKS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850879" y="1149648"/>
            <a:ext cx="1289117" cy="31651"/>
          </a:xfrm>
          <a:prstGeom prst="roundRect">
            <a:avLst>
              <a:gd name="adj" fmla="val 49998"/>
            </a:avLst>
          </a:prstGeom>
          <a:solidFill>
            <a:srgbClr val="F2B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879" y="1480220"/>
            <a:ext cx="5156865" cy="825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000000"/>
                </a:solidFill>
                <a:latin typeface="Georgia Bold" pitchFamily="34" charset="0"/>
                <a:ea typeface="Georgia Bold" pitchFamily="34" charset="-122"/>
                <a:cs typeface="Georgia Bold" pitchFamily="34" charset="0"/>
              </a:rPr>
              <a:t>One Resume Context powers </a:t>
            </a:r>
            <a:r>
              <a:rPr lang="en-US" sz="3000" b="1" kern="100" spc="-45" dirty="0">
                <a:solidFill>
                  <a:srgbClr val="A8442A"/>
                </a:solidFill>
                <a:latin typeface="Georgia Bold" pitchFamily="34" charset="0"/>
                <a:ea typeface="Georgia Bold" pitchFamily="34" charset="-122"/>
                <a:cs typeface="Georgia Bold" pitchFamily="34" charset="0"/>
              </a:rPr>
              <a:t>Four Career tools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879" y="2385645"/>
            <a:ext cx="5156865" cy="522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Upload, extract, reuse, and act, all grounded in the supplied resume.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0879" y="2993926"/>
            <a:ext cx="939677" cy="228699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48904" y="3054619"/>
            <a:ext cx="1353211" cy="13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100" spc="2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PDF upload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70921" y="2993926"/>
            <a:ext cx="1075901" cy="228699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968947" y="3054619"/>
            <a:ext cx="1489435" cy="13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100" spc="2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PyPDFLoader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27188" y="2993926"/>
            <a:ext cx="1502829" cy="228699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125213" y="3054619"/>
            <a:ext cx="1916362" cy="13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100" spc="2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Gemini + LangChain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50879" y="3338016"/>
            <a:ext cx="2425937" cy="1588492"/>
          </a:xfrm>
          <a:prstGeom prst="rect">
            <a:avLst/>
          </a:prstGeom>
          <a:solidFill>
            <a:srgbClr val="F3EA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79473" y="3566616"/>
            <a:ext cx="677647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50" dirty="0">
                <a:solidFill>
                  <a:srgbClr val="A8442A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79473" y="3785503"/>
            <a:ext cx="1968748" cy="222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Upload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79473" y="4099481"/>
            <a:ext cx="1968748" cy="403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Upload a text-based resume PDF in Streamlit.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581608" y="3338016"/>
            <a:ext cx="2426036" cy="1588492"/>
          </a:xfrm>
          <a:prstGeom prst="rect">
            <a:avLst/>
          </a:prstGeom>
          <a:solidFill>
            <a:srgbClr val="F3EA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10202" y="3566616"/>
            <a:ext cx="709793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50" dirty="0">
                <a:solidFill>
                  <a:srgbClr val="A8442A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10202" y="3785503"/>
            <a:ext cx="1968848" cy="222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Extract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810202" y="4099481"/>
            <a:ext cx="1968848" cy="605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PyPDFLoader reads the text, and the result is cached.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50879" y="5231309"/>
            <a:ext cx="2425937" cy="1588492"/>
          </a:xfrm>
          <a:prstGeom prst="rect">
            <a:avLst/>
          </a:prstGeom>
          <a:solidFill>
            <a:srgbClr val="F3EA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79473" y="5459909"/>
            <a:ext cx="711976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50" dirty="0">
                <a:solidFill>
                  <a:srgbClr val="A8442A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79473" y="5678795"/>
            <a:ext cx="1968748" cy="222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Reuse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79473" y="5992773"/>
            <a:ext cx="1968748" cy="605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Non-empty page text becomes one shared resume context.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81608" y="5231309"/>
            <a:ext cx="2426036" cy="1588492"/>
          </a:xfrm>
          <a:prstGeom prst="rect">
            <a:avLst/>
          </a:prstGeom>
          <a:solidFill>
            <a:srgbClr val="F3EA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810202" y="5459909"/>
            <a:ext cx="716738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50" dirty="0">
                <a:solidFill>
                  <a:srgbClr val="A8442A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810202" y="5678795"/>
            <a:ext cx="1968848" cy="222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Act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810202" y="5992773"/>
            <a:ext cx="1968848" cy="403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Gemini via LangChain powers each tool.</a:t>
            </a:r>
            <a:endParaRPr lang="en-US" sz="125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002" y="850900"/>
            <a:ext cx="3656814" cy="51562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A3283C6-D140-A7C4-61CA-C4619DD35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075" y="6499733"/>
            <a:ext cx="144792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879" y="853186"/>
            <a:ext cx="576644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24" dirty="0">
                <a:solidFill>
                  <a:srgbClr val="A8422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TOOL 1 · RESUME CHECKER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50879" y="1268710"/>
            <a:ext cx="1289117" cy="38100"/>
          </a:xfrm>
          <a:prstGeom prst="roundRect">
            <a:avLst>
              <a:gd name="adj" fmla="val 49999"/>
            </a:avLst>
          </a:prstGeom>
          <a:solidFill>
            <a:srgbClr val="F2B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879" y="1757889"/>
            <a:ext cx="5156865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000000"/>
                </a:solidFill>
                <a:latin typeface="Georgia Bold" pitchFamily="34" charset="0"/>
                <a:ea typeface="Georgia Bold" pitchFamily="34" charset="-122"/>
                <a:cs typeface="Georgia Bold" pitchFamily="34" charset="0"/>
              </a:rPr>
              <a:t>Resume Checker reviews the </a:t>
            </a:r>
            <a:r>
              <a:rPr lang="en-US" sz="3800" b="1" kern="100" spc="-57" dirty="0">
                <a:solidFill>
                  <a:srgbClr val="A84226"/>
                </a:solidFill>
                <a:latin typeface="Georgia Bold" pitchFamily="34" charset="0"/>
                <a:ea typeface="Georgia Bold" pitchFamily="34" charset="-122"/>
                <a:cs typeface="Georgia Bold" pitchFamily="34" charset="0"/>
              </a:rPr>
              <a:t>uploaded resume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50879" y="3467298"/>
            <a:ext cx="515686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The extracted resume text is sent to Gemini for review feedback.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0879" y="4299148"/>
            <a:ext cx="2425937" cy="1737221"/>
          </a:xfrm>
          <a:prstGeom prst="rect">
            <a:avLst/>
          </a:prstGeom>
          <a:solidFill>
            <a:srgbClr val="F3EA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79473" y="4538543"/>
            <a:ext cx="196874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Input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9473" y="4959469"/>
            <a:ext cx="196874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 text-based resume PDF from the sidebar upload.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81608" y="4299148"/>
            <a:ext cx="2426036" cy="1737221"/>
          </a:xfrm>
          <a:prstGeom prst="rect">
            <a:avLst/>
          </a:prstGeom>
          <a:solidFill>
            <a:srgbClr val="F3EA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10202" y="4538543"/>
            <a:ext cx="196884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Output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810202" y="4959469"/>
            <a:ext cx="196884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Gemini feedback on the resume content.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002" y="850900"/>
            <a:ext cx="3656814" cy="432187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684002" y="5356920"/>
            <a:ext cx="1911897" cy="288925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807824" y="5435932"/>
            <a:ext cx="227383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Input: uploaded PDF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84002" y="5747445"/>
            <a:ext cx="2290110" cy="288925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807824" y="5826457"/>
            <a:ext cx="265205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Output: Gemini feedback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098E573-BBD5-95AE-9E25-5C56369D5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075" y="6499733"/>
            <a:ext cx="144792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0272" y="1079500"/>
            <a:ext cx="5536268" cy="181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24" dirty="0">
                <a:solidFill>
                  <a:srgbClr val="A7432B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TOOL 2 · COVER LETTER GENERATOR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30272" y="1493738"/>
            <a:ext cx="1231572" cy="38100"/>
          </a:xfrm>
          <a:prstGeom prst="roundRect">
            <a:avLst>
              <a:gd name="adj" fmla="val 49999"/>
            </a:avLst>
          </a:prstGeom>
          <a:solidFill>
            <a:srgbClr val="F2B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130272" y="1979336"/>
            <a:ext cx="4926683" cy="2072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000000"/>
                </a:solidFill>
                <a:latin typeface="Georgia Bold" pitchFamily="34" charset="0"/>
                <a:ea typeface="Georgia Bold" pitchFamily="34" charset="-122"/>
                <a:cs typeface="Georgia Bold" pitchFamily="34" charset="0"/>
              </a:rPr>
              <a:t>Cover Letter Generator drafts from </a:t>
            </a:r>
            <a:r>
              <a:rPr lang="en-US" sz="3800" b="1" kern="100" spc="-57" dirty="0">
                <a:solidFill>
                  <a:srgbClr val="A7432B"/>
                </a:solidFill>
                <a:latin typeface="Georgia Bold" pitchFamily="34" charset="0"/>
                <a:ea typeface="Georgia Bold" pitchFamily="34" charset="-122"/>
                <a:cs typeface="Georgia Bold" pitchFamily="34" charset="0"/>
              </a:rPr>
              <a:t>resume context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30272" y="4195152"/>
            <a:ext cx="4926683" cy="656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Turns the shared resume context into a tailored cover letter draft.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30272" y="5020370"/>
            <a:ext cx="2310945" cy="1850628"/>
          </a:xfrm>
          <a:prstGeom prst="rect">
            <a:avLst/>
          </a:prstGeom>
          <a:solidFill>
            <a:srgbClr val="F3EA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58866" y="5260173"/>
            <a:ext cx="185375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Input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58866" y="5677838"/>
            <a:ext cx="1853757" cy="563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uploaded resume context.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58866" y="6355259"/>
            <a:ext cx="1554620" cy="287139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481894" y="6434135"/>
            <a:ext cx="1918148" cy="164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Resume context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6009" y="5020370"/>
            <a:ext cx="2310945" cy="1850628"/>
          </a:xfrm>
          <a:prstGeom prst="rect">
            <a:avLst/>
          </a:prstGeom>
          <a:solidFill>
            <a:srgbClr val="F3EA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974604" y="5260173"/>
            <a:ext cx="185375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Output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74604" y="5677838"/>
            <a:ext cx="1853757" cy="563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 generated cover letter draft.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74604" y="6355259"/>
            <a:ext cx="1635977" cy="287139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097632" y="6434135"/>
            <a:ext cx="1959323" cy="164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Cover letter draft</a:t>
            </a:r>
            <a:endParaRPr lang="en-US" sz="13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817" y="1079500"/>
            <a:ext cx="3480606" cy="4699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A1E96F1-F33B-69D2-1087-F23A8E74D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075" y="6499733"/>
            <a:ext cx="144792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879" y="858755"/>
            <a:ext cx="5766449" cy="139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100" spc="18" dirty="0">
                <a:solidFill>
                  <a:srgbClr val="A6402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TOOL 3 · RESUME SCORER (JD MATCHER)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50879" y="1136154"/>
            <a:ext cx="1289117" cy="31651"/>
          </a:xfrm>
          <a:prstGeom prst="roundRect">
            <a:avLst>
              <a:gd name="adj" fmla="val 49998"/>
            </a:avLst>
          </a:prstGeom>
          <a:solidFill>
            <a:srgbClr val="A640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879" y="1447031"/>
            <a:ext cx="5156865" cy="1196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44" dirty="0">
                <a:solidFill>
                  <a:srgbClr val="000000"/>
                </a:solidFill>
                <a:latin typeface="Georgia Bold" pitchFamily="34" charset="0"/>
                <a:ea typeface="Georgia Bold" pitchFamily="34" charset="-122"/>
                <a:cs typeface="Georgia Bold" pitchFamily="34" charset="0"/>
              </a:rPr>
              <a:t>Resume Scorer compares resume against the </a:t>
            </a:r>
            <a:r>
              <a:rPr lang="en-US" sz="2900" b="1" kern="100" spc="-44" dirty="0">
                <a:solidFill>
                  <a:srgbClr val="A64028"/>
                </a:solidFill>
                <a:latin typeface="Georgia Bold" pitchFamily="34" charset="0"/>
                <a:ea typeface="Georgia Bold" pitchFamily="34" charset="-122"/>
                <a:cs typeface="Georgia Bold" pitchFamily="34" charset="0"/>
              </a:rPr>
              <a:t>job description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50879" y="2722953"/>
            <a:ext cx="5156865" cy="505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Match analysis, missing keywords, skill gaps, and a resume upgrade.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50879" y="3328293"/>
            <a:ext cx="1866655" cy="221059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45630" y="3388480"/>
            <a:ext cx="2286737" cy="126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00" kern="100" spc="2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Job description </a:t>
            </a:r>
            <a:r>
              <a:rPr lang="en-US" sz="1000" kern="100" spc="2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↔</a:t>
            </a:r>
            <a:r>
              <a:rPr lang="en-US" sz="1000" kern="100" spc="2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 resume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50879" y="3657302"/>
            <a:ext cx="5156766" cy="949920"/>
          </a:xfrm>
          <a:prstGeom prst="roundRect">
            <a:avLst>
              <a:gd name="adj" fmla="val 22460"/>
            </a:avLst>
          </a:prstGeom>
          <a:solidFill>
            <a:srgbClr val="F3EA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79473" y="3894087"/>
            <a:ext cx="4699577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Match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9473" y="4195410"/>
            <a:ext cx="4928171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Scores fit against the job description.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50879" y="4759523"/>
            <a:ext cx="5156766" cy="950119"/>
          </a:xfrm>
          <a:prstGeom prst="roundRect">
            <a:avLst>
              <a:gd name="adj" fmla="val 22456"/>
            </a:avLst>
          </a:prstGeom>
          <a:solidFill>
            <a:srgbClr val="F3EA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79473" y="4996309"/>
            <a:ext cx="4699577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Gaps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9473" y="5297631"/>
            <a:ext cx="4928171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Lists missing keywords and skill gaps.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0879" y="5861943"/>
            <a:ext cx="5156766" cy="949920"/>
          </a:xfrm>
          <a:prstGeom prst="roundRect">
            <a:avLst>
              <a:gd name="adj" fmla="val 22460"/>
            </a:avLst>
          </a:prstGeom>
          <a:solidFill>
            <a:srgbClr val="F3EA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79473" y="6098728"/>
            <a:ext cx="4699577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Upgrade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9473" y="6400050"/>
            <a:ext cx="4928171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Suggests resume improvements.</a:t>
            </a:r>
            <a:endParaRPr lang="en-US" sz="12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002" y="850900"/>
            <a:ext cx="3656814" cy="5156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B1B372-A032-6AB1-CEAB-1E2819A6E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075" y="6499733"/>
            <a:ext cx="144792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578" y="865886"/>
            <a:ext cx="575206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24" dirty="0">
                <a:solidFill>
                  <a:srgbClr val="A13D2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TOOL 4 · AI CAREER COACH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63578" y="1281410"/>
            <a:ext cx="1285545" cy="38100"/>
          </a:xfrm>
          <a:prstGeom prst="roundRect">
            <a:avLst>
              <a:gd name="adj" fmla="val 49999"/>
            </a:avLst>
          </a:prstGeom>
          <a:solidFill>
            <a:srgbClr val="F2B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63578" y="1770589"/>
            <a:ext cx="5142478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000000"/>
                </a:solidFill>
                <a:latin typeface="Georgia Bold" pitchFamily="34" charset="0"/>
                <a:ea typeface="Georgia Bold" pitchFamily="34" charset="-122"/>
                <a:cs typeface="Georgia Bold" pitchFamily="34" charset="0"/>
              </a:rPr>
              <a:t>AI Career Coach answers from </a:t>
            </a:r>
            <a:r>
              <a:rPr lang="en-US" sz="3800" b="1" kern="100" spc="-57" dirty="0">
                <a:solidFill>
                  <a:srgbClr val="A13D26"/>
                </a:solidFill>
                <a:latin typeface="Georgia Bold" pitchFamily="34" charset="0"/>
                <a:ea typeface="Georgia Bold" pitchFamily="34" charset="-122"/>
                <a:cs typeface="Georgia Bold" pitchFamily="34" charset="0"/>
              </a:rPr>
              <a:t>your resume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3578" y="3479998"/>
            <a:ext cx="5142478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Coaching replies grounded in the uploaded resume context.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3578" y="4291211"/>
            <a:ext cx="1806530" cy="254000"/>
          </a:xfrm>
          <a:prstGeom prst="roundRect">
            <a:avLst>
              <a:gd name="adj" fmla="val 49999"/>
            </a:avLst>
          </a:prstGeom>
          <a:solidFill>
            <a:srgbClr val="FCED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90575" y="4352761"/>
            <a:ext cx="216212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3A342E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Resume-grounded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71706" y="4273748"/>
            <a:ext cx="1393691" cy="288925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895528" y="4352761"/>
            <a:ext cx="175563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Career advice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3578" y="4746823"/>
            <a:ext cx="2418793" cy="1452761"/>
          </a:xfrm>
          <a:prstGeom prst="rect">
            <a:avLst/>
          </a:prstGeom>
          <a:solidFill>
            <a:srgbClr val="F3EA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2173" y="4986218"/>
            <a:ext cx="1961605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Ask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2173" y="5407144"/>
            <a:ext cx="196160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 career question in the chat.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87164" y="4746823"/>
            <a:ext cx="2418893" cy="1452761"/>
          </a:xfrm>
          <a:prstGeom prst="rect">
            <a:avLst/>
          </a:prstGeom>
          <a:solidFill>
            <a:srgbClr val="F3EA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15758" y="4986218"/>
            <a:ext cx="196170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Answer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15758" y="5407144"/>
            <a:ext cx="196170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Advice tied to the uploaded resume.</a:t>
            </a:r>
            <a:endParaRPr lang="en-US" sz="16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316" y="863600"/>
            <a:ext cx="3645702" cy="5130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6D920C-F085-4CC1-FAC4-9433A7DC9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075" y="6499733"/>
            <a:ext cx="144792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095"/>
            <a:ext cx="11582110" cy="156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21" dirty="0">
                <a:solidFill>
                  <a:srgbClr val="A84327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CONCLUSION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09585" y="942876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F2B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585" y="1315614"/>
            <a:ext cx="10972526" cy="8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50" b="1" kern="100" spc="-49" dirty="0">
                <a:solidFill>
                  <a:srgbClr val="2B2622"/>
                </a:solidFill>
                <a:latin typeface="Georgia Bold" pitchFamily="34" charset="0"/>
                <a:ea typeface="Georgia Bold" pitchFamily="34" charset="-122"/>
                <a:cs typeface="Georgia Bold" pitchFamily="34" charset="0"/>
              </a:rPr>
              <a:t>ResumePulse closes the loop from </a:t>
            </a:r>
            <a:r>
              <a:rPr lang="en-US" sz="3250" b="1" kern="100" spc="-49" dirty="0">
                <a:solidFill>
                  <a:srgbClr val="A84327"/>
                </a:solidFill>
                <a:latin typeface="Georgia Bold" pitchFamily="34" charset="0"/>
                <a:ea typeface="Georgia Bold" pitchFamily="34" charset="-122"/>
                <a:cs typeface="Georgia Bold" pitchFamily="34" charset="0"/>
              </a:rPr>
              <a:t>document to career action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09585" y="2304844"/>
            <a:ext cx="10972526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2B2622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One resume context drives four tools, from review to next step.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2716709"/>
            <a:ext cx="2514537" cy="103018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38179" y="2951930"/>
            <a:ext cx="2057349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Upload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38179" y="3302569"/>
            <a:ext cx="228594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Resume PDF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28914" y="2716709"/>
            <a:ext cx="2514537" cy="103018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509" y="2951930"/>
            <a:ext cx="2057349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Extract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57509" y="3302569"/>
            <a:ext cx="228594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Shared text context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48244" y="2716709"/>
            <a:ext cx="2514537" cy="103018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76838" y="2951930"/>
            <a:ext cx="2057349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Reuse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76838" y="3302569"/>
            <a:ext cx="228594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Four tools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067573" y="2716709"/>
            <a:ext cx="2514537" cy="103018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296167" y="2951930"/>
            <a:ext cx="2057349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Act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296167" y="3302569"/>
            <a:ext cx="228594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Next career step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9585" y="3881735"/>
            <a:ext cx="5333867" cy="1337866"/>
          </a:xfrm>
          <a:prstGeom prst="rect">
            <a:avLst/>
          </a:prstGeom>
          <a:solidFill>
            <a:srgbClr val="FBF6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38179" y="4110335"/>
            <a:ext cx="1397957" cy="247253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44142" y="4175617"/>
            <a:ext cx="1795616" cy="141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kern="100" spc="22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Resume Checker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8179" y="4424634"/>
            <a:ext cx="4876678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Resume Checker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8179" y="4775273"/>
            <a:ext cx="510527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Reviews the uploaded resume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48244" y="3881735"/>
            <a:ext cx="5333867" cy="1337866"/>
          </a:xfrm>
          <a:prstGeom prst="rect">
            <a:avLst/>
          </a:prstGeom>
          <a:solidFill>
            <a:srgbClr val="FBF6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76838" y="4110335"/>
            <a:ext cx="1824190" cy="247253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82801" y="4175617"/>
            <a:ext cx="2221849" cy="141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kern="100" spc="22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Cover Letter Generator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76838" y="4424634"/>
            <a:ext cx="4876678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Cover Letter Generator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76838" y="4775273"/>
            <a:ext cx="510527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Drafts from resume context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09585" y="5524401"/>
            <a:ext cx="5333867" cy="1337866"/>
          </a:xfrm>
          <a:prstGeom prst="rect">
            <a:avLst/>
          </a:prstGeom>
          <a:solidFill>
            <a:srgbClr val="FBF6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8179" y="5753001"/>
            <a:ext cx="1276219" cy="247253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44142" y="5818283"/>
            <a:ext cx="1673878" cy="141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kern="100" spc="22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Resume Scorer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8179" y="6067300"/>
            <a:ext cx="4876678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Resume Scorer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38179" y="6417938"/>
            <a:ext cx="510527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Compares resume against the job description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248244" y="5524401"/>
            <a:ext cx="5333867" cy="1337866"/>
          </a:xfrm>
          <a:prstGeom prst="rect">
            <a:avLst/>
          </a:prstGeom>
          <a:solidFill>
            <a:srgbClr val="FBF6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476838" y="5753001"/>
            <a:ext cx="1361842" cy="247253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82801" y="5818283"/>
            <a:ext cx="1759501" cy="141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kern="100" spc="22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AI Career Coach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76838" y="6067300"/>
            <a:ext cx="4876678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AI Career Coach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476838" y="6417938"/>
            <a:ext cx="5105272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A84327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Answers from your resume</a:t>
            </a:r>
            <a:endParaRPr lang="en-US" sz="1350" dirty="0"/>
          </a:p>
        </p:txBody>
      </p:sp>
      <p:pic>
        <p:nvPicPr>
          <p:cNvPr id="39" name="Graphic 38" descr="Arrow: Slight curve with solid fill">
            <a:extLst>
              <a:ext uri="{FF2B5EF4-FFF2-40B4-BE49-F238E27FC236}">
                <a16:creationId xmlns:a16="http://schemas.microsoft.com/office/drawing/2014/main" id="{8DE852E5-EFBA-7DF9-B2B2-8F6051D4E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2681" y="3091528"/>
            <a:ext cx="327674" cy="327674"/>
          </a:xfrm>
          <a:prstGeom prst="rect">
            <a:avLst/>
          </a:prstGeom>
        </p:spPr>
      </p:pic>
      <p:pic>
        <p:nvPicPr>
          <p:cNvPr id="41" name="Graphic 40" descr="Arrow: Slight curve with solid fill">
            <a:extLst>
              <a:ext uri="{FF2B5EF4-FFF2-40B4-BE49-F238E27FC236}">
                <a16:creationId xmlns:a16="http://schemas.microsoft.com/office/drawing/2014/main" id="{7B251E78-8A49-8B2E-F298-BFC1283CA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2011" y="3067966"/>
            <a:ext cx="327674" cy="327674"/>
          </a:xfrm>
          <a:prstGeom prst="rect">
            <a:avLst/>
          </a:prstGeom>
        </p:spPr>
      </p:pic>
      <p:pic>
        <p:nvPicPr>
          <p:cNvPr id="43" name="Graphic 42" descr="Arrow: Slight curve with solid fill">
            <a:extLst>
              <a:ext uri="{FF2B5EF4-FFF2-40B4-BE49-F238E27FC236}">
                <a16:creationId xmlns:a16="http://schemas.microsoft.com/office/drawing/2014/main" id="{59DACFF8-DBA4-5D78-1883-6E47804193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1340" y="3091528"/>
            <a:ext cx="327674" cy="32767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3C8B26A-9637-5933-7BBA-20A180CDA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1726869" y="6339068"/>
            <a:ext cx="320068" cy="6095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22677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24" dirty="0">
                <a:solidFill>
                  <a:srgbClr val="A8432B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THANK YOU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2642295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F2B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585" y="3131474"/>
            <a:ext cx="10972526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2B2622"/>
                </a:solidFill>
                <a:latin typeface="Georgia Bold" pitchFamily="34" charset="0"/>
                <a:ea typeface="Georgia Bold" pitchFamily="34" charset="-122"/>
                <a:cs typeface="Georgia Bold" pitchFamily="34" charset="0"/>
              </a:rPr>
              <a:t>Thank You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09585" y="3798491"/>
            <a:ext cx="109725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ResumePulse · Streamlit + Gemini via LangChain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4344591"/>
            <a:ext cx="1633596" cy="288925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3407" y="4423603"/>
            <a:ext cx="199553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Resume Checker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44778" y="4344591"/>
            <a:ext cx="2131662" cy="288925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68600" y="4423603"/>
            <a:ext cx="249360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Cover Letter Generator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8037" y="4344591"/>
            <a:ext cx="1491320" cy="288925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1859" y="4423603"/>
            <a:ext cx="185326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Resume Scorer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0954" y="4344591"/>
            <a:ext cx="1591429" cy="288925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94776" y="4423603"/>
            <a:ext cx="195337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AI Career Coach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478E9BB-C8F5-C41F-7070-56162337B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6149" y="6362657"/>
            <a:ext cx="1455546" cy="4953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402</Words>
  <Application>Microsoft Office PowerPoint</Application>
  <PresentationFormat>Widescreen</PresentationFormat>
  <Paragraphs>96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Noto Color Emoji</vt:lpstr>
      <vt:lpstr>Inter</vt:lpstr>
      <vt:lpstr>Georgia Bold</vt:lpstr>
      <vt:lpstr>Inter SemiBold</vt:lpstr>
      <vt:lpstr>Inter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S0338557</cp:lastModifiedBy>
  <cp:revision>10</cp:revision>
  <dcterms:created xsi:type="dcterms:W3CDTF">2026-10-24T19:27:01Z</dcterms:created>
  <dcterms:modified xsi:type="dcterms:W3CDTF">2026-10-30T16:48:20Z</dcterms:modified>
</cp:coreProperties>
</file>